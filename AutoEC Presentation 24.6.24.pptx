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7D5EC-13FB-4C5C-8FC3-08BC08472C2B}" v="3" dt="2025-06-14T14:20:00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0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fredi-Haylock, Enrico W" userId="8075ed0a-23af-4bd6-84e5-e6ea9c127bf6" providerId="ADAL" clId="{A357D5EC-13FB-4C5C-8FC3-08BC08472C2B}"/>
    <pc:docChg chg="custSel modSld">
      <pc:chgData name="Manfredi-Haylock, Enrico W" userId="8075ed0a-23af-4bd6-84e5-e6ea9c127bf6" providerId="ADAL" clId="{A357D5EC-13FB-4C5C-8FC3-08BC08472C2B}" dt="2025-06-14T14:20:00.871" v="2" actId="21"/>
      <pc:docMkLst>
        <pc:docMk/>
      </pc:docMkLst>
      <pc:sldChg chg="addSp delSp modSp mod">
        <pc:chgData name="Manfredi-Haylock, Enrico W" userId="8075ed0a-23af-4bd6-84e5-e6ea9c127bf6" providerId="ADAL" clId="{A357D5EC-13FB-4C5C-8FC3-08BC08472C2B}" dt="2025-06-14T14:20:00.871" v="2" actId="21"/>
        <pc:sldMkLst>
          <pc:docMk/>
          <pc:sldMk cId="838709498" sldId="256"/>
        </pc:sldMkLst>
        <pc:spChg chg="add 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9" creationId="{0EC4074B-2E73-C377-777F-01014C65FCA3}"/>
          </ac:spMkLst>
        </pc:spChg>
        <pc:spChg chg="add 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17" creationId="{51EFFD40-9D75-869F-81E6-204E46FC521F}"/>
          </ac:spMkLst>
        </pc:spChg>
        <pc:spChg chg="add 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20" creationId="{943FD9CD-CD76-D9D0-9CD4-FF7C306FFD55}"/>
          </ac:spMkLst>
        </pc:spChg>
        <pc:spChg chg="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47" creationId="{075D29E5-95E7-476B-2EE1-FD4184E01315}"/>
          </ac:spMkLst>
        </pc:spChg>
        <pc:spChg chg="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48" creationId="{4D798D16-B8EE-B6FF-B66E-EF3CC773EF11}"/>
          </ac:spMkLst>
        </pc:spChg>
        <pc:spChg chg="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89" creationId="{1FED9CAC-A2A9-341C-70EC-47F363BDA62C}"/>
          </ac:spMkLst>
        </pc:spChg>
        <pc:spChg chg="add 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115" creationId="{0959FFE0-546E-CED8-146A-3D65F3DAE851}"/>
          </ac:spMkLst>
        </pc:spChg>
        <pc:spChg chg="add 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117" creationId="{B5D4E85F-EFB5-942E-1C61-AF0F3D6BFD78}"/>
          </ac:spMkLst>
        </pc:spChg>
        <pc:spChg chg="add 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120" creationId="{04904CAF-6486-2C3B-E278-79C8C0BA6653}"/>
          </ac:spMkLst>
        </pc:spChg>
        <pc:spChg chg="add mod">
          <ac:chgData name="Manfredi-Haylock, Enrico W" userId="8075ed0a-23af-4bd6-84e5-e6ea9c127bf6" providerId="ADAL" clId="{A357D5EC-13FB-4C5C-8FC3-08BC08472C2B}" dt="2025-06-14T14:19:58.605" v="0"/>
          <ac:spMkLst>
            <pc:docMk/>
            <pc:sldMk cId="838709498" sldId="256"/>
            <ac:spMk id="121" creationId="{4247E709-D42F-C399-ED19-8FBF4489CAAB}"/>
          </ac:spMkLst>
        </pc:spChg>
        <pc:picChg chg="add del">
          <ac:chgData name="Manfredi-Haylock, Enrico W" userId="8075ed0a-23af-4bd6-84e5-e6ea9c127bf6" providerId="ADAL" clId="{A357D5EC-13FB-4C5C-8FC3-08BC08472C2B}" dt="2025-06-14T14:20:00.871" v="2" actId="21"/>
          <ac:picMkLst>
            <pc:docMk/>
            <pc:sldMk cId="838709498" sldId="256"/>
            <ac:picMk id="123" creationId="{2A99BE13-A6CA-3376-45C4-E73D91879B0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5F7B6-C0F9-28B9-FD32-FF1F22203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8421F-4C97-36BA-3DB5-D425B065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EFF5C-4C58-B641-9E44-A4A2FB06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1EF5B-72E1-38F2-2840-CF63F134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E5E4-3F98-A62A-293F-85FEFA75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64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225F-E041-85C1-DBE4-D472E9A5F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59EB4-61E4-CD88-587A-031E96BCF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BDEB3-8463-C269-0B26-AA799233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7529C-48B4-53FB-0119-E2CEE078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8BC3F-7A8A-9945-767A-77F0A240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8662-7C62-803C-F2DA-8735CF7B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452D4-52A6-60F1-79F9-C61D7EAAD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EE057-43AC-5B07-2723-BA1A7B07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00453-4DA9-EB81-0279-8AC04312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BB7BD-B76A-8E68-AA97-42F5D7CFB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84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AAB1-8043-3E0C-859D-E7C9A437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A9637-5A57-7B6D-6779-AFEAD38BB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1D7BB-EA6B-58B5-0C24-DD7A6F45B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E6A52-C8BE-8625-5F79-F1C5EC1F2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BA73A-DD99-170B-21BD-FDAA9E24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6566E-0E09-8E98-7B0E-D05B46FE9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4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9AEF-18FD-6E93-CCC7-1F3D51E59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20760-4B72-99F9-F78C-805A1B17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7B53A-A834-D8C5-FF0F-39A37BA08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0DFBD-5D22-A086-B06A-3BA3A63DA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1F6D2-B6CC-F89C-C3BA-94A27990C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0B381-171F-1974-989E-EFCC9296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72661-A9A7-99E1-F0A6-64D7D228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B02456-36F9-5ACF-72F3-87C93D27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994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40E4E-8F3A-9998-3C64-39E8DE154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FD258-6BFF-DC5A-9B9E-55A25EAE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50C6-803A-3CA6-7EE4-8531F9B6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6C0BD-4EFB-D3C9-8C9A-E4D12AF1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73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354CC-96AA-99EB-28DB-020A2B02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2CBE0-DAC4-085F-D4AE-1D241B29B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B4161-7FD4-BC32-9CA9-93AD7AC8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19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5087-9131-F03B-0658-E1A762B6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42FF6-D7CB-CF46-8FEF-A95D7D8DE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0A1E7-F5C9-8D91-1BA8-56B93379B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8B026-33CC-3BC5-4B5E-8DBD560A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9F8D-68B3-D6F6-0DD0-600AAB4D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55327-84DA-B686-1C9F-9F5F7E57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7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F336C-9C8F-785A-B022-8C512564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DBBE0-BAA9-A70F-B1AB-E8177E895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F5BB1-E447-E580-F0E5-83B7EA2B9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0F27D-40D3-C114-91F8-1047D4A1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8489E-C529-E089-63F2-6B46E985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1D033-3282-BBF4-10B6-654647AB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30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C35C-F644-5B72-35B3-D09FFEB1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77B65-BAB6-0C48-A993-88A6D820E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93C8C-5776-EC40-406D-D7473757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98686-309B-88D4-A398-80191EFEE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0E78D-A989-E16F-AA54-FDD30183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05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4EECF8-E9F2-9260-B013-920E80A5B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43CC1-BA44-F3E7-05DD-5B58044FF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109A1-4863-2C8A-F313-BA3C7DCC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C721-5852-5A5D-062A-8AAC6BF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80BC1-C740-A7EC-FB88-2304CE53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25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FFA2B1-0229-E0E5-8C8F-7EC5361F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AE4BC-1D9D-46DE-D27F-95A8A9849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964A9-F3A1-5B0E-7ECC-FC6692812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FB37C-8B32-48B4-9009-B5AC0C5D1BF3}" type="datetimeFigureOut">
              <a:rPr lang="en-GB" smtClean="0"/>
              <a:t>14/06/2025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C4C8-4844-7168-642A-24DC21727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91597-1F74-0437-D000-5146013D7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5E624-3999-42A0-B9C2-1400F2EAC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552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7E35494B-1702-8A17-BA79-E1F2B892CE9D}"/>
              </a:ext>
            </a:extLst>
          </p:cNvPr>
          <p:cNvCxnSpPr>
            <a:stCxn id="88" idx="3"/>
            <a:endCxn id="65" idx="0"/>
          </p:cNvCxnSpPr>
          <p:nvPr/>
        </p:nvCxnSpPr>
        <p:spPr>
          <a:xfrm>
            <a:off x="6557899" y="2080932"/>
            <a:ext cx="879916" cy="1998958"/>
          </a:xfrm>
          <a:prstGeom prst="bentConnector2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47B47966-DAAD-AF15-FF0C-AFD786DC5A0F}"/>
              </a:ext>
            </a:extLst>
          </p:cNvPr>
          <p:cNvCxnSpPr>
            <a:stCxn id="88" idx="1"/>
            <a:endCxn id="6" idx="0"/>
          </p:cNvCxnSpPr>
          <p:nvPr/>
        </p:nvCxnSpPr>
        <p:spPr>
          <a:xfrm rot="10800000" flipV="1">
            <a:off x="4235646" y="2080932"/>
            <a:ext cx="879914" cy="1998958"/>
          </a:xfrm>
          <a:prstGeom prst="bentConnector2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5788483-954E-FB62-855C-42F6969367CA}"/>
              </a:ext>
            </a:extLst>
          </p:cNvPr>
          <p:cNvSpPr/>
          <p:nvPr/>
        </p:nvSpPr>
        <p:spPr>
          <a:xfrm>
            <a:off x="5661293" y="3176279"/>
            <a:ext cx="350875" cy="13184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6D1CB1-F6DB-6E78-E818-FF002DF2A048}"/>
              </a:ext>
            </a:extLst>
          </p:cNvPr>
          <p:cNvSpPr/>
          <p:nvPr/>
        </p:nvSpPr>
        <p:spPr>
          <a:xfrm>
            <a:off x="3955687" y="3021146"/>
            <a:ext cx="559918" cy="555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9ECF8C-D2C7-2417-584A-0745CF941F2D}"/>
              </a:ext>
            </a:extLst>
          </p:cNvPr>
          <p:cNvSpPr/>
          <p:nvPr/>
        </p:nvSpPr>
        <p:spPr>
          <a:xfrm>
            <a:off x="3955687" y="4079890"/>
            <a:ext cx="559918" cy="5558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84E71A-F72B-50BC-8F1D-275B44CC2F3D}"/>
              </a:ext>
            </a:extLst>
          </p:cNvPr>
          <p:cNvSpPr/>
          <p:nvPr/>
        </p:nvSpPr>
        <p:spPr>
          <a:xfrm>
            <a:off x="4575892" y="4894241"/>
            <a:ext cx="474538" cy="86128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8131AD1-2A4B-3E5B-3C34-73E86FFF3A0E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4515605" y="3299092"/>
            <a:ext cx="1145688" cy="53640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7E0F8DF-5F47-AF40-2C7F-E8FD0DA61199}"/>
              </a:ext>
            </a:extLst>
          </p:cNvPr>
          <p:cNvCxnSpPr>
            <a:stCxn id="6" idx="6"/>
            <a:endCxn id="4" idx="1"/>
          </p:cNvCxnSpPr>
          <p:nvPr/>
        </p:nvCxnSpPr>
        <p:spPr>
          <a:xfrm flipV="1">
            <a:off x="4515605" y="3835498"/>
            <a:ext cx="1145688" cy="52233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3C07550-32D5-4603-CFA8-202B522BC5D4}"/>
              </a:ext>
            </a:extLst>
          </p:cNvPr>
          <p:cNvCxnSpPr>
            <a:stCxn id="6" idx="5"/>
            <a:endCxn id="7" idx="0"/>
          </p:cNvCxnSpPr>
          <p:nvPr/>
        </p:nvCxnSpPr>
        <p:spPr>
          <a:xfrm rot="16200000" flipH="1">
            <a:off x="4453450" y="4534530"/>
            <a:ext cx="339868" cy="379554"/>
          </a:xfrm>
          <a:prstGeom prst="bentConnector3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8DCD604-2675-6F56-9833-C55C609524F9}"/>
              </a:ext>
            </a:extLst>
          </p:cNvPr>
          <p:cNvCxnSpPr>
            <a:stCxn id="5" idx="5"/>
            <a:endCxn id="7" idx="0"/>
          </p:cNvCxnSpPr>
          <p:nvPr/>
        </p:nvCxnSpPr>
        <p:spPr>
          <a:xfrm rot="16200000" flipH="1">
            <a:off x="3924078" y="4005158"/>
            <a:ext cx="1398612" cy="379554"/>
          </a:xfrm>
          <a:prstGeom prst="bentConnector3">
            <a:avLst>
              <a:gd name="adj1" fmla="val 25231"/>
            </a:avLst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0A67D46-B4E6-40BA-8F4F-4A8576F41C8C}"/>
              </a:ext>
            </a:extLst>
          </p:cNvPr>
          <p:cNvSpPr/>
          <p:nvPr/>
        </p:nvSpPr>
        <p:spPr>
          <a:xfrm>
            <a:off x="2950706" y="4894242"/>
            <a:ext cx="474538" cy="86128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8C7667A-8BDF-0EE9-FB93-DB637B7FA261}"/>
              </a:ext>
            </a:extLst>
          </p:cNvPr>
          <p:cNvSpPr/>
          <p:nvPr/>
        </p:nvSpPr>
        <p:spPr>
          <a:xfrm>
            <a:off x="2330042" y="4894242"/>
            <a:ext cx="474538" cy="86128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62917A4-2F6D-F7E5-396A-46902489BF6D}"/>
              </a:ext>
            </a:extLst>
          </p:cNvPr>
          <p:cNvSpPr/>
          <p:nvPr/>
        </p:nvSpPr>
        <p:spPr>
          <a:xfrm>
            <a:off x="1709378" y="4894242"/>
            <a:ext cx="474538" cy="86128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A74577-9BAA-A3D5-CCFC-BEFFC6661C0D}"/>
              </a:ext>
            </a:extLst>
          </p:cNvPr>
          <p:cNvSpPr/>
          <p:nvPr/>
        </p:nvSpPr>
        <p:spPr>
          <a:xfrm>
            <a:off x="1084410" y="4894242"/>
            <a:ext cx="474538" cy="86128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8AA1E5B9-694D-4A1E-E539-BFCA8198B6F7}"/>
              </a:ext>
            </a:extLst>
          </p:cNvPr>
          <p:cNvCxnSpPr>
            <a:cxnSpLocks/>
            <a:stCxn id="27" idx="0"/>
            <a:endCxn id="6" idx="3"/>
          </p:cNvCxnSpPr>
          <p:nvPr/>
        </p:nvCxnSpPr>
        <p:spPr>
          <a:xfrm rot="5400000" flipH="1" flipV="1">
            <a:off x="3442896" y="4299453"/>
            <a:ext cx="339869" cy="849710"/>
          </a:xfrm>
          <a:prstGeom prst="bent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1702EAD-A1E1-15DF-674C-4AA6CFC44D1A}"/>
              </a:ext>
            </a:extLst>
          </p:cNvPr>
          <p:cNvCxnSpPr>
            <a:stCxn id="28" idx="0"/>
            <a:endCxn id="6" idx="2"/>
          </p:cNvCxnSpPr>
          <p:nvPr/>
        </p:nvCxnSpPr>
        <p:spPr>
          <a:xfrm rot="5400000" flipH="1" flipV="1">
            <a:off x="2993296" y="3931851"/>
            <a:ext cx="536406" cy="1388376"/>
          </a:xfrm>
          <a:prstGeom prst="bentConnector2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8CB92D8-CBB6-71C8-4E2F-C2EF339CC555}"/>
              </a:ext>
            </a:extLst>
          </p:cNvPr>
          <p:cNvCxnSpPr>
            <a:stCxn id="29" idx="0"/>
            <a:endCxn id="5" idx="3"/>
          </p:cNvCxnSpPr>
          <p:nvPr/>
        </p:nvCxnSpPr>
        <p:spPr>
          <a:xfrm rot="5400000" flipH="1" flipV="1">
            <a:off x="2292860" y="3149417"/>
            <a:ext cx="1398613" cy="2091038"/>
          </a:xfrm>
          <a:prstGeom prst="bentConnector3">
            <a:avLst>
              <a:gd name="adj1" fmla="val 74769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E42C7FB-8E7C-BFE1-0598-DA14E3529DB3}"/>
              </a:ext>
            </a:extLst>
          </p:cNvPr>
          <p:cNvCxnSpPr>
            <a:stCxn id="30" idx="0"/>
            <a:endCxn id="5" idx="2"/>
          </p:cNvCxnSpPr>
          <p:nvPr/>
        </p:nvCxnSpPr>
        <p:spPr>
          <a:xfrm rot="5400000" flipH="1" flipV="1">
            <a:off x="1841108" y="2779663"/>
            <a:ext cx="1595150" cy="2634008"/>
          </a:xfrm>
          <a:prstGeom prst="bentConnector2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2733932-6463-7B5A-B5E6-39DF61F3FEC5}"/>
              </a:ext>
            </a:extLst>
          </p:cNvPr>
          <p:cNvSpPr/>
          <p:nvPr/>
        </p:nvSpPr>
        <p:spPr>
          <a:xfrm>
            <a:off x="1084410" y="1892830"/>
            <a:ext cx="1131097" cy="1003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Wash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6BF8C8C-6237-4637-3810-E3AEF153E78F}"/>
              </a:ext>
            </a:extLst>
          </p:cNvPr>
          <p:cNvSpPr/>
          <p:nvPr/>
        </p:nvSpPr>
        <p:spPr>
          <a:xfrm>
            <a:off x="2330043" y="1892830"/>
            <a:ext cx="1095202" cy="1003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Waste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F6A35F7-6729-1CAB-B85B-83BCC6CD6A10}"/>
              </a:ext>
            </a:extLst>
          </p:cNvPr>
          <p:cNvCxnSpPr>
            <a:cxnSpLocks/>
            <a:stCxn id="42" idx="2"/>
            <a:endCxn id="5" idx="7"/>
          </p:cNvCxnSpPr>
          <p:nvPr/>
        </p:nvCxnSpPr>
        <p:spPr>
          <a:xfrm rot="16200000" flipH="1">
            <a:off x="3552273" y="2221220"/>
            <a:ext cx="206704" cy="1555963"/>
          </a:xfrm>
          <a:prstGeom prst="bentConnector3">
            <a:avLst>
              <a:gd name="adj1" fmla="val 2856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8D7BBF7-1A9D-9533-DEBD-DA63C859E105}"/>
              </a:ext>
            </a:extLst>
          </p:cNvPr>
          <p:cNvCxnSpPr>
            <a:cxnSpLocks/>
            <a:stCxn id="6" idx="7"/>
            <a:endCxn id="42" idx="2"/>
          </p:cNvCxnSpPr>
          <p:nvPr/>
        </p:nvCxnSpPr>
        <p:spPr>
          <a:xfrm rot="16200000" flipV="1">
            <a:off x="3022902" y="2750592"/>
            <a:ext cx="1265448" cy="1555963"/>
          </a:xfrm>
          <a:prstGeom prst="bentConnector3">
            <a:avLst>
              <a:gd name="adj1" fmla="val 1307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1E065320-2834-9460-8C03-91767238D468}"/>
              </a:ext>
            </a:extLst>
          </p:cNvPr>
          <p:cNvCxnSpPr>
            <a:stCxn id="41" idx="2"/>
            <a:endCxn id="5" idx="1"/>
          </p:cNvCxnSpPr>
          <p:nvPr/>
        </p:nvCxnSpPr>
        <p:spPr>
          <a:xfrm rot="16200000" flipH="1">
            <a:off x="2740470" y="1805339"/>
            <a:ext cx="206704" cy="2387726"/>
          </a:xfrm>
          <a:prstGeom prst="bentConnector3">
            <a:avLst>
              <a:gd name="adj1" fmla="val 10261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060E379-7814-B0BD-A24D-194D706E473C}"/>
              </a:ext>
            </a:extLst>
          </p:cNvPr>
          <p:cNvCxnSpPr>
            <a:stCxn id="41" idx="2"/>
            <a:endCxn id="6" idx="1"/>
          </p:cNvCxnSpPr>
          <p:nvPr/>
        </p:nvCxnSpPr>
        <p:spPr>
          <a:xfrm rot="16200000" flipH="1">
            <a:off x="2211098" y="2334711"/>
            <a:ext cx="1265448" cy="2387726"/>
          </a:xfrm>
          <a:prstGeom prst="bentConnector3">
            <a:avLst>
              <a:gd name="adj1" fmla="val 9997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566CDB3-9F63-BC7B-A21D-55E2D0D03AC7}"/>
              </a:ext>
            </a:extLst>
          </p:cNvPr>
          <p:cNvGrpSpPr/>
          <p:nvPr/>
        </p:nvGrpSpPr>
        <p:grpSpPr>
          <a:xfrm flipH="1">
            <a:off x="6012168" y="1892830"/>
            <a:ext cx="4576883" cy="3862696"/>
            <a:chOff x="451312" y="732038"/>
            <a:chExt cx="4576883" cy="386269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D944A46-7290-5D38-D9E5-AD74F1162828}"/>
                </a:ext>
              </a:extLst>
            </p:cNvPr>
            <p:cNvSpPr/>
            <p:nvPr/>
          </p:nvSpPr>
          <p:spPr>
            <a:xfrm>
              <a:off x="3322589" y="1860354"/>
              <a:ext cx="559918" cy="555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6B6F18B-0CDB-48E6-080E-34DDF62DCC3C}"/>
                </a:ext>
              </a:extLst>
            </p:cNvPr>
            <p:cNvSpPr/>
            <p:nvPr/>
          </p:nvSpPr>
          <p:spPr>
            <a:xfrm>
              <a:off x="3322589" y="2919098"/>
              <a:ext cx="559918" cy="5558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D065CF5B-B5DC-D256-5FE6-941E402A8F16}"/>
                </a:ext>
              </a:extLst>
            </p:cNvPr>
            <p:cNvSpPr/>
            <p:nvPr/>
          </p:nvSpPr>
          <p:spPr>
            <a:xfrm>
              <a:off x="4002847" y="3733450"/>
              <a:ext cx="474538" cy="861284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2292D136-1278-2F9F-43BE-17CCCE2EE9D3}"/>
                </a:ext>
              </a:extLst>
            </p:cNvPr>
            <p:cNvCxnSpPr>
              <a:stCxn id="64" idx="6"/>
            </p:cNvCxnSpPr>
            <p:nvPr/>
          </p:nvCxnSpPr>
          <p:spPr>
            <a:xfrm>
              <a:off x="3882507" y="2138300"/>
              <a:ext cx="1145688" cy="536406"/>
            </a:xfrm>
            <a:prstGeom prst="bent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: Elbow 67">
              <a:extLst>
                <a:ext uri="{FF2B5EF4-FFF2-40B4-BE49-F238E27FC236}">
                  <a16:creationId xmlns:a16="http://schemas.microsoft.com/office/drawing/2014/main" id="{606A7212-FCA0-6DE9-9557-1EB3773B46BC}"/>
                </a:ext>
              </a:extLst>
            </p:cNvPr>
            <p:cNvCxnSpPr>
              <a:stCxn id="65" idx="6"/>
            </p:cNvCxnSpPr>
            <p:nvPr/>
          </p:nvCxnSpPr>
          <p:spPr>
            <a:xfrm flipV="1">
              <a:off x="3882507" y="2674706"/>
              <a:ext cx="1145688" cy="522338"/>
            </a:xfrm>
            <a:prstGeom prst="bent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61A1D6F6-BA40-9BE6-26D3-CD0206FB7503}"/>
                </a:ext>
              </a:extLst>
            </p:cNvPr>
            <p:cNvCxnSpPr>
              <a:stCxn id="65" idx="5"/>
              <a:endCxn id="66" idx="0"/>
            </p:cNvCxnSpPr>
            <p:nvPr/>
          </p:nvCxnSpPr>
          <p:spPr>
            <a:xfrm rot="16200000" flipH="1">
              <a:off x="3850377" y="3343712"/>
              <a:ext cx="339869" cy="439607"/>
            </a:xfrm>
            <a:prstGeom prst="bentConnector3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3DC7AB8B-3BDA-21E7-0933-78A6B9EA7BB7}"/>
                </a:ext>
              </a:extLst>
            </p:cNvPr>
            <p:cNvCxnSpPr>
              <a:stCxn id="64" idx="5"/>
              <a:endCxn id="66" idx="0"/>
            </p:cNvCxnSpPr>
            <p:nvPr/>
          </p:nvCxnSpPr>
          <p:spPr>
            <a:xfrm rot="16200000" flipH="1">
              <a:off x="3321005" y="2814340"/>
              <a:ext cx="1398613" cy="439607"/>
            </a:xfrm>
            <a:prstGeom prst="bentConnector3">
              <a:avLst>
                <a:gd name="adj1" fmla="val 24367"/>
              </a:avLst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9430CB6-BC1B-D6ED-3313-7E9AD0CEC6C1}"/>
                </a:ext>
              </a:extLst>
            </p:cNvPr>
            <p:cNvSpPr/>
            <p:nvPr/>
          </p:nvSpPr>
          <p:spPr>
            <a:xfrm>
              <a:off x="2317608" y="3733450"/>
              <a:ext cx="474538" cy="86128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46E773DB-1CE6-A3A0-DB6A-8174D51A8C30}"/>
                </a:ext>
              </a:extLst>
            </p:cNvPr>
            <p:cNvSpPr/>
            <p:nvPr/>
          </p:nvSpPr>
          <p:spPr>
            <a:xfrm>
              <a:off x="1696944" y="3733450"/>
              <a:ext cx="474538" cy="86128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F8ACAAB9-9A29-E2B9-4A11-9C191AA3671E}"/>
                </a:ext>
              </a:extLst>
            </p:cNvPr>
            <p:cNvSpPr/>
            <p:nvPr/>
          </p:nvSpPr>
          <p:spPr>
            <a:xfrm>
              <a:off x="1076280" y="3733450"/>
              <a:ext cx="474538" cy="86128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1D48E040-1771-5197-4299-3BB064FE6389}"/>
                </a:ext>
              </a:extLst>
            </p:cNvPr>
            <p:cNvSpPr/>
            <p:nvPr/>
          </p:nvSpPr>
          <p:spPr>
            <a:xfrm>
              <a:off x="451312" y="3733450"/>
              <a:ext cx="474538" cy="86128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C9AFA775-0F5B-864C-B441-A31D61019149}"/>
                </a:ext>
              </a:extLst>
            </p:cNvPr>
            <p:cNvCxnSpPr>
              <a:cxnSpLocks/>
              <a:stCxn id="71" idx="0"/>
              <a:endCxn id="65" idx="3"/>
            </p:cNvCxnSpPr>
            <p:nvPr/>
          </p:nvCxnSpPr>
          <p:spPr>
            <a:xfrm rot="5400000" flipH="1" flipV="1">
              <a:off x="2809798" y="3138661"/>
              <a:ext cx="339869" cy="849710"/>
            </a:xfrm>
            <a:prstGeom prst="bentConnector3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07CA9C36-5B16-5407-32F3-F81C4AD79E2D}"/>
                </a:ext>
              </a:extLst>
            </p:cNvPr>
            <p:cNvCxnSpPr>
              <a:stCxn id="72" idx="0"/>
              <a:endCxn id="65" idx="2"/>
            </p:cNvCxnSpPr>
            <p:nvPr/>
          </p:nvCxnSpPr>
          <p:spPr>
            <a:xfrm rot="5400000" flipH="1" flipV="1">
              <a:off x="2360198" y="2771059"/>
              <a:ext cx="536406" cy="1388376"/>
            </a:xfrm>
            <a:prstGeom prst="bentConnector2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Connector: Elbow 76">
              <a:extLst>
                <a:ext uri="{FF2B5EF4-FFF2-40B4-BE49-F238E27FC236}">
                  <a16:creationId xmlns:a16="http://schemas.microsoft.com/office/drawing/2014/main" id="{01658DBF-E499-10DE-4A33-D30266697F21}"/>
                </a:ext>
              </a:extLst>
            </p:cNvPr>
            <p:cNvCxnSpPr>
              <a:stCxn id="73" idx="0"/>
              <a:endCxn id="64" idx="3"/>
            </p:cNvCxnSpPr>
            <p:nvPr/>
          </p:nvCxnSpPr>
          <p:spPr>
            <a:xfrm rot="5400000" flipH="1" flipV="1">
              <a:off x="1659762" y="1988625"/>
              <a:ext cx="1398613" cy="2091038"/>
            </a:xfrm>
            <a:prstGeom prst="bentConnector3">
              <a:avLst>
                <a:gd name="adj1" fmla="val 74769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02562B16-0486-3C5E-09AA-827DDDFEF526}"/>
                </a:ext>
              </a:extLst>
            </p:cNvPr>
            <p:cNvCxnSpPr>
              <a:stCxn id="74" idx="0"/>
              <a:endCxn id="64" idx="2"/>
            </p:cNvCxnSpPr>
            <p:nvPr/>
          </p:nvCxnSpPr>
          <p:spPr>
            <a:xfrm rot="5400000" flipH="1" flipV="1">
              <a:off x="1208010" y="1618871"/>
              <a:ext cx="1595150" cy="2634008"/>
            </a:xfrm>
            <a:prstGeom prst="bentConnector2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DB7C58F7-FAC6-CA61-1BFA-330B9AC35AA6}"/>
                </a:ext>
              </a:extLst>
            </p:cNvPr>
            <p:cNvSpPr/>
            <p:nvPr/>
          </p:nvSpPr>
          <p:spPr>
            <a:xfrm>
              <a:off x="451312" y="732038"/>
              <a:ext cx="1131097" cy="10030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Wash</a:t>
              </a: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7441227E-9132-314E-42F2-829F486106FA}"/>
                </a:ext>
              </a:extLst>
            </p:cNvPr>
            <p:cNvSpPr/>
            <p:nvPr/>
          </p:nvSpPr>
          <p:spPr>
            <a:xfrm>
              <a:off x="1696945" y="732038"/>
              <a:ext cx="1095202" cy="10030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Waste</a:t>
              </a:r>
            </a:p>
          </p:txBody>
        </p: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06B63D66-0DB8-DD99-E5AC-065B7E67CDCA}"/>
                </a:ext>
              </a:extLst>
            </p:cNvPr>
            <p:cNvCxnSpPr>
              <a:cxnSpLocks/>
              <a:stCxn id="80" idx="2"/>
              <a:endCxn id="64" idx="7"/>
            </p:cNvCxnSpPr>
            <p:nvPr/>
          </p:nvCxnSpPr>
          <p:spPr>
            <a:xfrm rot="16200000" flipH="1">
              <a:off x="2919175" y="1060428"/>
              <a:ext cx="206704" cy="1555963"/>
            </a:xfrm>
            <a:prstGeom prst="bentConnector3">
              <a:avLst>
                <a:gd name="adj1" fmla="val 28564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C3A63DFD-0B5C-3EAE-B301-57412A86BB92}"/>
                </a:ext>
              </a:extLst>
            </p:cNvPr>
            <p:cNvCxnSpPr>
              <a:cxnSpLocks/>
              <a:stCxn id="65" idx="7"/>
              <a:endCxn id="80" idx="2"/>
            </p:cNvCxnSpPr>
            <p:nvPr/>
          </p:nvCxnSpPr>
          <p:spPr>
            <a:xfrm rot="16200000" flipV="1">
              <a:off x="2389804" y="1589800"/>
              <a:ext cx="1265448" cy="1555963"/>
            </a:xfrm>
            <a:prstGeom prst="bentConnector3">
              <a:avLst>
                <a:gd name="adj1" fmla="val 13075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E56E201D-60DA-46E0-2630-A55428A1D91F}"/>
                </a:ext>
              </a:extLst>
            </p:cNvPr>
            <p:cNvCxnSpPr>
              <a:stCxn id="79" idx="2"/>
              <a:endCxn id="64" idx="1"/>
            </p:cNvCxnSpPr>
            <p:nvPr/>
          </p:nvCxnSpPr>
          <p:spPr>
            <a:xfrm rot="16200000" flipH="1">
              <a:off x="2107372" y="644547"/>
              <a:ext cx="206704" cy="2387726"/>
            </a:xfrm>
            <a:prstGeom prst="bentConnector3">
              <a:avLst>
                <a:gd name="adj1" fmla="val 10261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Elbow 83">
              <a:extLst>
                <a:ext uri="{FF2B5EF4-FFF2-40B4-BE49-F238E27FC236}">
                  <a16:creationId xmlns:a16="http://schemas.microsoft.com/office/drawing/2014/main" id="{843DF815-0DFF-ED7D-6AD1-3E73EFB5850E}"/>
                </a:ext>
              </a:extLst>
            </p:cNvPr>
            <p:cNvCxnSpPr>
              <a:stCxn id="79" idx="2"/>
              <a:endCxn id="65" idx="1"/>
            </p:cNvCxnSpPr>
            <p:nvPr/>
          </p:nvCxnSpPr>
          <p:spPr>
            <a:xfrm rot="16200000" flipH="1">
              <a:off x="1578000" y="1173919"/>
              <a:ext cx="1265448" cy="2387726"/>
            </a:xfrm>
            <a:prstGeom prst="bentConnector3">
              <a:avLst>
                <a:gd name="adj1" fmla="val 99976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11AAB1BD-3A9B-3EF4-F406-03E094235CA2}"/>
              </a:ext>
            </a:extLst>
          </p:cNvPr>
          <p:cNvSpPr/>
          <p:nvPr/>
        </p:nvSpPr>
        <p:spPr>
          <a:xfrm>
            <a:off x="5115560" y="2524616"/>
            <a:ext cx="1442339" cy="371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Potentiostat</a:t>
            </a:r>
            <a:endParaRPr lang="en-GB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D4DB6C8-C041-678B-F408-8FAE6C6401B7}"/>
              </a:ext>
            </a:extLst>
          </p:cNvPr>
          <p:cNvSpPr/>
          <p:nvPr/>
        </p:nvSpPr>
        <p:spPr>
          <a:xfrm>
            <a:off x="5115560" y="1895315"/>
            <a:ext cx="1442339" cy="37123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 PC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627F2F0-E571-4E8E-F4CE-94C3CF569C34}"/>
              </a:ext>
            </a:extLst>
          </p:cNvPr>
          <p:cNvCxnSpPr>
            <a:stCxn id="88" idx="2"/>
            <a:endCxn id="87" idx="0"/>
          </p:cNvCxnSpPr>
          <p:nvPr/>
        </p:nvCxnSpPr>
        <p:spPr>
          <a:xfrm>
            <a:off x="5836730" y="2266548"/>
            <a:ext cx="0" cy="25806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D706FFC-B764-C1D2-41B1-33B865DB64CF}"/>
              </a:ext>
            </a:extLst>
          </p:cNvPr>
          <p:cNvCxnSpPr>
            <a:stCxn id="87" idx="2"/>
            <a:endCxn id="4" idx="0"/>
          </p:cNvCxnSpPr>
          <p:nvPr/>
        </p:nvCxnSpPr>
        <p:spPr>
          <a:xfrm>
            <a:off x="5836730" y="2895849"/>
            <a:ext cx="1" cy="280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1D71D79D-C6DA-9B1A-EB03-3634A5EFE310}"/>
              </a:ext>
            </a:extLst>
          </p:cNvPr>
          <p:cNvCxnSpPr>
            <a:stCxn id="88" idx="1"/>
            <a:endCxn id="5" idx="0"/>
          </p:cNvCxnSpPr>
          <p:nvPr/>
        </p:nvCxnSpPr>
        <p:spPr>
          <a:xfrm rot="10800000" flipV="1">
            <a:off x="4235646" y="2080932"/>
            <a:ext cx="879914" cy="940214"/>
          </a:xfrm>
          <a:prstGeom prst="bentConnector2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A28894F1-7403-C66B-B914-5CC4152FEE1E}"/>
              </a:ext>
            </a:extLst>
          </p:cNvPr>
          <p:cNvCxnSpPr>
            <a:stCxn id="88" idx="3"/>
            <a:endCxn id="64" idx="0"/>
          </p:cNvCxnSpPr>
          <p:nvPr/>
        </p:nvCxnSpPr>
        <p:spPr>
          <a:xfrm>
            <a:off x="6557899" y="2080932"/>
            <a:ext cx="879916" cy="940214"/>
          </a:xfrm>
          <a:prstGeom prst="bentConnector2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6E8C4683-877C-E9A2-1FE5-517CCF38F4EA}"/>
              </a:ext>
            </a:extLst>
          </p:cNvPr>
          <p:cNvSpPr txBox="1"/>
          <p:nvPr/>
        </p:nvSpPr>
        <p:spPr>
          <a:xfrm>
            <a:off x="1452731" y="5755526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Anode Samples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71250B5-AB8B-86F7-776E-702B24ED5031}"/>
              </a:ext>
            </a:extLst>
          </p:cNvPr>
          <p:cNvSpPr txBox="1"/>
          <p:nvPr/>
        </p:nvSpPr>
        <p:spPr>
          <a:xfrm>
            <a:off x="8474575" y="5755526"/>
            <a:ext cx="196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Cathode Samples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C24A10-2BA7-988C-B213-5EE7B0E3DE45}"/>
              </a:ext>
            </a:extLst>
          </p:cNvPr>
          <p:cNvSpPr txBox="1"/>
          <p:nvPr/>
        </p:nvSpPr>
        <p:spPr>
          <a:xfrm>
            <a:off x="4244323" y="5755525"/>
            <a:ext cx="1154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Anolyte</a:t>
            </a:r>
          </a:p>
          <a:p>
            <a:r>
              <a:rPr lang="en-GB" dirty="0"/>
              <a:t>Chamber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619F96F-995D-1AA3-CB6C-321EE1BF1B5C}"/>
              </a:ext>
            </a:extLst>
          </p:cNvPr>
          <p:cNvSpPr txBox="1"/>
          <p:nvPr/>
        </p:nvSpPr>
        <p:spPr>
          <a:xfrm>
            <a:off x="6359449" y="5755525"/>
            <a:ext cx="1154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Catholyte</a:t>
            </a:r>
          </a:p>
          <a:p>
            <a:r>
              <a:rPr lang="en-GB" dirty="0"/>
              <a:t>Chamber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39E5F63-3350-A10A-7C5C-B15E18E630D5}"/>
              </a:ext>
            </a:extLst>
          </p:cNvPr>
          <p:cNvSpPr txBox="1"/>
          <p:nvPr/>
        </p:nvSpPr>
        <p:spPr>
          <a:xfrm>
            <a:off x="6997857" y="4787097"/>
            <a:ext cx="1093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Cathode </a:t>
            </a:r>
          </a:p>
          <a:p>
            <a:r>
              <a:rPr lang="en-GB" dirty="0"/>
              <a:t>Pumps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190C26B-1315-B15B-D847-C5E750335057}"/>
              </a:ext>
            </a:extLst>
          </p:cNvPr>
          <p:cNvSpPr txBox="1"/>
          <p:nvPr/>
        </p:nvSpPr>
        <p:spPr>
          <a:xfrm>
            <a:off x="3705815" y="4807783"/>
            <a:ext cx="878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Anode</a:t>
            </a:r>
          </a:p>
          <a:p>
            <a:r>
              <a:rPr lang="en-GB" dirty="0"/>
              <a:t>Pumps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F076196-CF27-39EE-EB4A-351DAF847891}"/>
              </a:ext>
            </a:extLst>
          </p:cNvPr>
          <p:cNvSpPr/>
          <p:nvPr/>
        </p:nvSpPr>
        <p:spPr>
          <a:xfrm>
            <a:off x="5312796" y="4753177"/>
            <a:ext cx="1046528" cy="539187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Temp</a:t>
            </a:r>
          </a:p>
          <a:p>
            <a:pPr algn="ctr"/>
            <a:r>
              <a:rPr lang="en-GB" dirty="0"/>
              <a:t>Control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C606F4C-0463-25DA-535D-0CE4B1A5DEEF}"/>
              </a:ext>
            </a:extLst>
          </p:cNvPr>
          <p:cNvCxnSpPr>
            <a:stCxn id="111" idx="0"/>
            <a:endCxn id="4" idx="2"/>
          </p:cNvCxnSpPr>
          <p:nvPr/>
        </p:nvCxnSpPr>
        <p:spPr>
          <a:xfrm flipV="1">
            <a:off x="5836060" y="4494716"/>
            <a:ext cx="671" cy="258461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8" name="Title 117">
            <a:extLst>
              <a:ext uri="{FF2B5EF4-FFF2-40B4-BE49-F238E27FC236}">
                <a16:creationId xmlns:a16="http://schemas.microsoft.com/office/drawing/2014/main" id="{FE89CAEF-E2FA-8089-4DD6-63BA74CE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Setup</a:t>
            </a:r>
          </a:p>
        </p:txBody>
      </p:sp>
    </p:spTree>
    <p:extLst>
      <p:ext uri="{BB962C8B-B14F-4D97-AF65-F5344CB8AC3E}">
        <p14:creationId xmlns:p14="http://schemas.microsoft.com/office/powerpoint/2010/main" val="838709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6D58-B45C-988E-9974-69AD5CC7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Spec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BB91E-D311-DC10-B8C5-486A9EE91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86182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Addressable samples for each run</a:t>
            </a:r>
          </a:p>
          <a:p>
            <a:pPr lvl="1"/>
            <a:r>
              <a:rPr lang="en-GB" dirty="0"/>
              <a:t>E.g. [1,2] means 1</a:t>
            </a:r>
            <a:r>
              <a:rPr lang="en-GB" baseline="30000" dirty="0"/>
              <a:t>st</a:t>
            </a:r>
            <a:r>
              <a:rPr lang="en-GB" dirty="0"/>
              <a:t> sample on anode and 2</a:t>
            </a:r>
            <a:r>
              <a:rPr lang="en-GB" baseline="30000" dirty="0"/>
              <a:t>nd</a:t>
            </a:r>
            <a:r>
              <a:rPr lang="en-GB" dirty="0"/>
              <a:t> sample on cathode</a:t>
            </a:r>
          </a:p>
          <a:p>
            <a:pPr lvl="1"/>
            <a:r>
              <a:rPr lang="en-GB" dirty="0"/>
              <a:t>Returns samples to original pot after testing (15ml)</a:t>
            </a:r>
          </a:p>
          <a:p>
            <a:r>
              <a:rPr lang="en-GB" dirty="0"/>
              <a:t>System runs on </a:t>
            </a:r>
            <a:r>
              <a:rPr lang="en-GB" dirty="0" err="1"/>
              <a:t>ivium</a:t>
            </a:r>
            <a:r>
              <a:rPr lang="en-GB" dirty="0"/>
              <a:t> </a:t>
            </a:r>
            <a:r>
              <a:rPr lang="en-GB" dirty="0" err="1"/>
              <a:t>potentiostat</a:t>
            </a:r>
            <a:endParaRPr lang="en-GB" dirty="0"/>
          </a:p>
          <a:p>
            <a:pPr lvl="1"/>
            <a:r>
              <a:rPr lang="en-GB" dirty="0"/>
              <a:t>Runs off saved methods from </a:t>
            </a:r>
            <a:r>
              <a:rPr lang="en-GB" dirty="0" err="1"/>
              <a:t>ivsoft</a:t>
            </a:r>
            <a:endParaRPr lang="en-GB" dirty="0"/>
          </a:p>
          <a:p>
            <a:r>
              <a:rPr lang="en-GB" dirty="0"/>
              <a:t>Cleaning functions integrated at the end of every run</a:t>
            </a:r>
          </a:p>
          <a:p>
            <a:pPr lvl="1"/>
            <a:r>
              <a:rPr lang="en-GB" dirty="0"/>
              <a:t>Membrane</a:t>
            </a:r>
          </a:p>
          <a:p>
            <a:pPr lvl="1"/>
            <a:r>
              <a:rPr lang="en-GB" dirty="0"/>
              <a:t>Chamber</a:t>
            </a:r>
          </a:p>
          <a:p>
            <a:pPr lvl="1"/>
            <a:r>
              <a:rPr lang="en-GB" dirty="0"/>
              <a:t>Syringes</a:t>
            </a:r>
          </a:p>
          <a:p>
            <a:r>
              <a:rPr lang="en-GB" dirty="0"/>
              <a:t>Manual temperature control – all experiments in one batch (4 pairs) must be run at one temp</a:t>
            </a:r>
          </a:p>
          <a:p>
            <a:r>
              <a:rPr lang="en-GB" dirty="0"/>
              <a:t>Currently based in Chem831 for prototyping &amp; testing</a:t>
            </a:r>
          </a:p>
          <a:p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716146-DFA0-F76A-57E3-06546EF66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033" y="306577"/>
            <a:ext cx="3858119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B52FC52-11B5-18F4-71DD-8C19C5C05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032" y="3429000"/>
            <a:ext cx="3858120" cy="289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55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111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Current Setup</vt:lpstr>
      <vt:lpstr>Current Spec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Manfredi-Haylock, Enrico W</dc:creator>
  <cp:lastModifiedBy>Manfredi-Haylock, Enrico W</cp:lastModifiedBy>
  <cp:revision>1</cp:revision>
  <dcterms:created xsi:type="dcterms:W3CDTF">2024-06-24T07:11:35Z</dcterms:created>
  <dcterms:modified xsi:type="dcterms:W3CDTF">2025-06-14T14:20:09Z</dcterms:modified>
</cp:coreProperties>
</file>